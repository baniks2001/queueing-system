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1F76F-90F0-6F54-C1E9-5C2923BA1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33522-2599-2DE5-CA83-AD51B5412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CED59-B15E-B474-1DBB-E0E56E5C3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A643-AAB3-49C1-B68A-DF06F4313157}" type="datetimeFigureOut">
              <a:rPr lang="en-PH" smtClean="0"/>
              <a:t>12/02/2026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380B7-D5C3-8459-5394-6960DFF5A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B70C8-F901-43C1-81E3-81274547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1EEB-7427-4958-8B93-5607654958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910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60A1-3842-46A6-AB06-35E7E89F4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059E-FAFB-4973-8F3F-C9876C705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45209-C793-16B8-0E4B-DDCB75D6C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A643-AAB3-49C1-B68A-DF06F4313157}" type="datetimeFigureOut">
              <a:rPr lang="en-PH" smtClean="0"/>
              <a:t>12/02/2026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44844-6608-0B8A-EB00-36E66C73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2055D-8276-F716-D95B-CB316221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1EEB-7427-4958-8B93-5607654958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273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BB887-78F7-414D-D6F3-6ACC9FBD2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9BABD-45D0-C4A8-C9F0-1F2BF13B0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7B7EC-E96D-F6A2-2BEC-81B971B8A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A643-AAB3-49C1-B68A-DF06F4313157}" type="datetimeFigureOut">
              <a:rPr lang="en-PH" smtClean="0"/>
              <a:t>12/02/2026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76564-A77B-4665-D956-B866C03D8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0EF68-DEAB-6C2A-4917-C32E80432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1EEB-7427-4958-8B93-5607654958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21497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32803-85A4-5252-E0EC-9F119EC8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69BEC-AD33-B8D3-978C-08F94B17A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A7DF2-101F-70D0-93D1-0E35AA1EC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6D450-3A6A-562C-A6A2-A9436A755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A643-AAB3-49C1-B68A-DF06F4313157}" type="datetimeFigureOut">
              <a:rPr lang="en-PH" smtClean="0"/>
              <a:t>12/02/2026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7E363-52E6-647E-74E0-43645CB81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610D1-F50E-C6C3-0A0C-BC3C7056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1EEB-7427-4958-8B93-5607654958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95577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91F4-EBAD-CFA9-D344-0F9485AA5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AE575-95DA-4FC9-0430-F6017BCFF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35EBB-5FF6-2933-F3AD-1CB742256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99331-159F-4975-F239-89B902FBA1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C948B5-7E43-4907-678C-4EF2BF0F03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8E7209-16C6-9F07-3CEB-A6EE4DF4B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A643-AAB3-49C1-B68A-DF06F4313157}" type="datetimeFigureOut">
              <a:rPr lang="en-PH" smtClean="0"/>
              <a:t>12/02/2026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BBC6ED-7C44-99D0-3BAD-882628E46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925CD7-EDCB-9D21-C364-B87286B4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1EEB-7427-4958-8B93-5607654958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922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70813-6D35-66B8-0A9D-85D424607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0C5CC-BDA1-3C0A-3DA8-9EDAE568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A643-AAB3-49C1-B68A-DF06F4313157}" type="datetimeFigureOut">
              <a:rPr lang="en-PH" smtClean="0"/>
              <a:t>12/02/2026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D02DFB-8864-EA6B-F8A3-F074C686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1CC5E-E687-8400-2843-6639BDD71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1EEB-7427-4958-8B93-5607654958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407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31A240-2A0E-C9A6-AA38-3EB152CB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A643-AAB3-49C1-B68A-DF06F4313157}" type="datetimeFigureOut">
              <a:rPr lang="en-PH" smtClean="0"/>
              <a:t>12/02/2026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B1597-A21C-E164-7DEE-F17BEF64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9EC3-FD7E-2CA5-B0E6-330922BD7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1EEB-7427-4958-8B93-5607654958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18658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3E388-C06C-D6C9-E660-10EA4BED0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F2929-DAE3-5BF7-87A8-A73081B0E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76403-2D60-3B1A-55B0-C55089249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DE45C-2B29-A62E-BD3A-2394C40A9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A643-AAB3-49C1-B68A-DF06F4313157}" type="datetimeFigureOut">
              <a:rPr lang="en-PH" smtClean="0"/>
              <a:t>12/02/2026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10AAF-C41C-FDC6-1BFE-DD1BF2994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251E1-5448-3D33-5D5A-D6A47456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1EEB-7427-4958-8B93-5607654958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70208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3D50-2C0B-A68A-0811-DBC21D2D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B6927-D16E-A796-B408-1A972ECC4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63B9E-4CE4-1EC1-DC41-A0094B442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B8213-CC73-25AB-9634-CFC0779E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A643-AAB3-49C1-B68A-DF06F4313157}" type="datetimeFigureOut">
              <a:rPr lang="en-PH" smtClean="0"/>
              <a:t>12/02/2026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7DDA3-519B-83CE-C3E3-605C104BA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14C64-D922-9833-3D6E-604F6918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1EEB-7427-4958-8B93-5607654958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006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8E3F0-2C29-DD26-9928-7C863D7A3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01FA9-A835-6B23-D933-686E0E510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36849-0342-817D-553C-50ECF7B61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A643-AAB3-49C1-B68A-DF06F4313157}" type="datetimeFigureOut">
              <a:rPr lang="en-PH" smtClean="0"/>
              <a:t>12/02/2026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80A55-20BB-4973-FAD3-66B545CF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4C982-2E25-DB56-4276-A17073C6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1EEB-7427-4958-8B93-5607654958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153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B0D9B-C88F-4C56-DE9E-85DBE4BA3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5ADEE-8D17-6D2B-3BAC-1EBB04CA1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DD397-3AAF-E90E-3047-665801402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A643-AAB3-49C1-B68A-DF06F4313157}" type="datetimeFigureOut">
              <a:rPr lang="en-PH" smtClean="0"/>
              <a:t>12/02/2026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17A83-9C09-631F-5C78-426397E47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156AA-D9E3-7C05-26B4-5921D79A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1EEB-7427-4958-8B93-5607654958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1016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32C50C-2933-044E-631D-DD67E99B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034CA-0887-D5AC-9FBB-27FFCB5CC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67EA6-5F50-730F-2810-D36B3599E8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FA643-AAB3-49C1-B68A-DF06F4313157}" type="datetimeFigureOut">
              <a:rPr lang="en-PH" smtClean="0"/>
              <a:t>12/02/2026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02FE7-B518-F580-E817-6B71332DD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B6CDE-F040-2898-0AD9-B8AED20C7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31EEB-7427-4958-8B93-5607654958B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9475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7B50DF-60F1-EF43-9394-A18397D89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19"/>
            <a:ext cx="12192000" cy="67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7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96C64D-C64B-D762-8231-8C7336BCD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86" y="0"/>
            <a:ext cx="105916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407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183C48-7152-E401-B087-F1DF51BDD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265"/>
            <a:ext cx="12192000" cy="584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92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A7157E-1F7D-D482-3259-A906F06DD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62" y="0"/>
            <a:ext cx="92868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7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38B099-E49A-76CE-4CF9-DC50A6EA5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30" y="0"/>
            <a:ext cx="89465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043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300A37-2E7D-EF3F-EB1F-DBA0501F7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44" y="0"/>
            <a:ext cx="107189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19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4EF7FD-26C9-6172-D041-EE23F6507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03" y="419461"/>
            <a:ext cx="8053649" cy="2818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EE84A9-89A8-D7BF-ADE4-FBD2C4664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707" y="3429000"/>
            <a:ext cx="6077798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43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3902AB-8173-9B46-10D7-1F1C3E802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37" y="0"/>
            <a:ext cx="11161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A589D2-3098-E77A-5C71-7870A4516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38" y="250568"/>
            <a:ext cx="3703214" cy="3904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FB4108-9949-7B66-8630-EAFF0197C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413" y="250569"/>
            <a:ext cx="3324314" cy="3904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6233EF-84D9-EBFA-4069-962C59C5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9022" y="360469"/>
            <a:ext cx="3105893" cy="27770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23788E-3792-1DEE-C81B-B861C945D5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274" y="3429000"/>
            <a:ext cx="4077269" cy="21720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F87568-4FAD-8B02-B654-DC54ED0A28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838" y="4317474"/>
            <a:ext cx="2746863" cy="254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16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ABF55B-2DC3-6E3C-CE82-D69D66647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19" y="0"/>
            <a:ext cx="96621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42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3C909C-8C3C-8AAA-CDC7-A07C37D07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38" y="114662"/>
            <a:ext cx="4115374" cy="3620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C85D2B-BB73-7A23-B090-DD93FDB80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37" y="3943426"/>
            <a:ext cx="3610479" cy="1114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ADB7EF-871C-FA19-F56A-CFDF1DD49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8902" y="103239"/>
            <a:ext cx="4201111" cy="3781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FB24A7-54C7-1D2D-032C-E590AC836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2141" y="114662"/>
            <a:ext cx="3325121" cy="312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54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72880B-ACC8-DC87-99BB-1A297A35F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83" y="0"/>
            <a:ext cx="10543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630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2BC5E1-0AAD-E443-0768-4D56E0E40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99" y="174139"/>
            <a:ext cx="5797914" cy="3901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BA8057-8845-A5FD-A25C-FF2281A87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99" y="4267279"/>
            <a:ext cx="3562847" cy="1076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D0F9D3-0D07-2C82-4927-D68FC6DEC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819" y="4356036"/>
            <a:ext cx="2458974" cy="22374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43499D-4968-18EA-B40C-5267AF542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66164"/>
            <a:ext cx="5867485" cy="390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7E4F0D-9C88-080E-AC60-1C40C5602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34" y="0"/>
            <a:ext cx="108099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82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070918-6746-5392-1CDD-92EE7E7EF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84" y="155784"/>
            <a:ext cx="3595671" cy="3752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5373C6-DA5D-38D4-F572-8AEC9B28C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84" y="4248838"/>
            <a:ext cx="4467849" cy="1152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168AB4-0E28-5D9E-6F10-138FAF030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4314" y="226800"/>
            <a:ext cx="3597629" cy="36099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034A3C-6DEF-CFD1-D75A-74B1DC4744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8470" y="226800"/>
            <a:ext cx="4195768" cy="360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83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Servando S. Tio III</dc:creator>
  <cp:lastModifiedBy>Servando S. Tio III</cp:lastModifiedBy>
  <cp:revision>1</cp:revision>
  <dcterms:created xsi:type="dcterms:W3CDTF">2026-02-12T03:21:13Z</dcterms:created>
  <dcterms:modified xsi:type="dcterms:W3CDTF">2026-02-12T03:21:27Z</dcterms:modified>
</cp:coreProperties>
</file>